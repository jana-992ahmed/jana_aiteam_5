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050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A4A7A">
              <a:alpha val="40000"/>
            </a:srgbClr>
          </a:solidFill>
          <a:ln w="12700">
            <a:solidFill>
              <a:srgbClr val="1A4A7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-457200"/>
            <a:ext cx="3474720" cy="3474720"/>
          </a:xfrm>
          <a:prstGeom prst="ellipse">
            <a:avLst/>
          </a:prstGeom>
          <a:solidFill>
            <a:srgbClr val="00C4B4">
              <a:alpha val="25000"/>
            </a:srgbClr>
          </a:solidFill>
          <a:ln w="12700">
            <a:solidFill>
              <a:srgbClr val="00C4B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73152" cy="228600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Titanic Dataset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C4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 Code Summary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· Cleaning · Filtering · Analysis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4114800" cy="914400"/>
          </a:xfrm>
          <a:prstGeom prst="rect">
            <a:avLst/>
          </a:prstGeom>
          <a:solidFill>
            <a:srgbClr val="0F2035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45643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</a:t>
            </a:r>
            <a:r>
              <a:rPr lang="en-US" sz="1200" b="1" dirty="0">
                <a:solidFill>
                  <a:srgbClr val="00C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pd.read_csv('titanic.csv')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· PANDAS CODE SUMMARY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280160" cy="25603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Code Does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161288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61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143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23160" y="1143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titanic.csv into a pandas DataFrame using read_csv()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8562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23160" y="18562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structure with info(), head(), tail() and display options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587752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56946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23160" y="256946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rows with missing values using dropna() or fill them with fillna()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300984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3009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28269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23160" y="328269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rows by condition — survivors, passengers by sex or class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014216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014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9959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423160" y="39959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statistics with describe(), mean(), median() and corr()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280160" cy="25603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&amp;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Loading &amp; Inspecting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754880" cy="3566160"/>
          </a:xfrm>
          <a:prstGeom prst="rect">
            <a:avLst/>
          </a:prstGeom>
          <a:solidFill>
            <a:srgbClr val="0F2035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" y="1188720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" y="1188720"/>
            <a:ext cx="109728" cy="10972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88720"/>
            <a:ext cx="109728" cy="109728"/>
          </a:xfrm>
          <a:prstGeom prst="ellipse">
            <a:avLst/>
          </a:prstGeom>
          <a:solidFill>
            <a:srgbClr val="3EC28F"/>
          </a:solidFill>
          <a:ln w="12700">
            <a:solidFill>
              <a:srgbClr val="3EC2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1389888"/>
            <a:ext cx="4535424" cy="3182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CSV into DataFrame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= pd.read_csv('titanic.csv')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 rows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file.head(10)   # first 10 rows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file.tail()     # last 5 rows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file.to_string() # entire table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 info + null counts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file.info()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3383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394960" y="1097280"/>
            <a:ext cx="338328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32120" y="1188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read_csv()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32120" y="1508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CSV file and stores it as a 2D table (DataFrame) with labelled rows and columns.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2240280"/>
            <a:ext cx="3383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94960" y="2240280"/>
            <a:ext cx="338328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3212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head() / tail()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2651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head(n) returns first n rows (default 5). tail() returns the last 5. Great for a quick sanity check.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94960" y="3383280"/>
            <a:ext cx="3383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94960" y="3383280"/>
            <a:ext cx="338328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32120" y="3474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37947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column names, non-null counts and data types.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Reveals: Age (177 missing), Cabin (687), Embarked (2).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&amp; INSPECTING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280160" cy="25603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Cleaning Empty Cells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743200" cy="3566160"/>
          </a:xfrm>
          <a:prstGeom prst="rect">
            <a:avLst/>
          </a:prstGeom>
          <a:solidFill>
            <a:srgbClr val="1A4A7A"/>
          </a:solidFill>
          <a:ln w="25400">
            <a:solidFill>
              <a:srgbClr val="00C4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743200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dropna()  — returns copy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" y="1783080"/>
            <a:ext cx="2523744" cy="777240"/>
          </a:xfrm>
          <a:prstGeom prst="rect">
            <a:avLst/>
          </a:prstGeom>
          <a:solidFill>
            <a:srgbClr val="0F2035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5216" y="1874520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8096" y="1874520"/>
            <a:ext cx="109728" cy="10972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50976" y="1874520"/>
            <a:ext cx="109728" cy="109728"/>
          </a:xfrm>
          <a:prstGeom prst="ellipse">
            <a:avLst/>
          </a:prstGeom>
          <a:solidFill>
            <a:srgbClr val="3EC28F"/>
          </a:solidFill>
          <a:ln w="12700">
            <a:solidFill>
              <a:srgbClr val="3EC2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5216" y="2075688"/>
            <a:ext cx="230428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= file.dropna()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original 'file' unchanged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6517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any row that has at least one null. Returns a new DataFrame — original is safe.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188720"/>
            <a:ext cx="2743200" cy="3566160"/>
          </a:xfrm>
          <a:prstGeom prst="rect">
            <a:avLst/>
          </a:prstGeom>
          <a:solidFill>
            <a:srgbClr val="1A4A7A"/>
          </a:solidFill>
          <a:ln w="254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91840" y="1188720"/>
            <a:ext cx="27432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29000" y="12618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dropna(inplace=True)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01568" y="1783080"/>
            <a:ext cx="2523744" cy="777240"/>
          </a:xfrm>
          <a:prstGeom prst="rect">
            <a:avLst/>
          </a:prstGeom>
          <a:solidFill>
            <a:srgbClr val="0F2035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511296" y="1874520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94176" y="1874520"/>
            <a:ext cx="109728" cy="10972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77056" y="1874520"/>
            <a:ext cx="109728" cy="109728"/>
          </a:xfrm>
          <a:prstGeom prst="ellipse">
            <a:avLst/>
          </a:prstGeom>
          <a:solidFill>
            <a:srgbClr val="3EC28F"/>
          </a:solidFill>
          <a:ln w="12700">
            <a:solidFill>
              <a:srgbClr val="3EC2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11296" y="2075688"/>
            <a:ext cx="230428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file.dropna(inplace=True)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modifies 'file' directly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26517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the original DataFrame in-place. No new variable needed, but destructive.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188720"/>
            <a:ext cx="2743200" cy="3566160"/>
          </a:xfrm>
          <a:prstGeom prst="rect">
            <a:avLst/>
          </a:prstGeom>
          <a:solidFill>
            <a:srgbClr val="1A4A7A"/>
          </a:solidFill>
          <a:ln w="25400">
            <a:solidFill>
              <a:srgbClr val="3EC2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0" y="1188720"/>
            <a:ext cx="2743200" cy="54864"/>
          </a:xfrm>
          <a:prstGeom prst="rect">
            <a:avLst/>
          </a:prstGeom>
          <a:solidFill>
            <a:srgbClr val="3EC28F"/>
          </a:solidFill>
          <a:ln w="12700">
            <a:solidFill>
              <a:srgbClr val="3EC2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55080" y="12618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fillna()  — fill instead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27648" y="1783080"/>
            <a:ext cx="2523744" cy="777240"/>
          </a:xfrm>
          <a:prstGeom prst="rect">
            <a:avLst/>
          </a:prstGeom>
          <a:solidFill>
            <a:srgbClr val="0F2035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37376" y="1874520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20256" y="1874520"/>
            <a:ext cx="109728" cy="10972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03136" y="1874520"/>
            <a:ext cx="109728" cy="109728"/>
          </a:xfrm>
          <a:prstGeom prst="ellipse">
            <a:avLst/>
          </a:prstGeom>
          <a:solidFill>
            <a:srgbClr val="3EC28F"/>
          </a:solidFill>
          <a:ln w="12700">
            <a:solidFill>
              <a:srgbClr val="3EC2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37376" y="2075688"/>
            <a:ext cx="230428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file.fillna('Unknown',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inplace=True)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26517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every null with a value. Useful when you want to preserve row count.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E2A38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Cabin has 687 nulls (out of 891 rows) — dropna() keeps only ~183 rows. Consider filling or dropping only specific columns.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280160" cy="25603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Filtering Rows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937760" cy="3566160"/>
          </a:xfrm>
          <a:prstGeom prst="rect">
            <a:avLst/>
          </a:prstGeom>
          <a:solidFill>
            <a:srgbClr val="0F2035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" y="1188720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" y="1188720"/>
            <a:ext cx="109728" cy="10972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88720"/>
            <a:ext cx="109728" cy="109728"/>
          </a:xfrm>
          <a:prstGeom prst="ellipse">
            <a:avLst/>
          </a:prstGeom>
          <a:solidFill>
            <a:srgbClr val="3EC28F"/>
          </a:solidFill>
          <a:ln w="12700">
            <a:solidFill>
              <a:srgbClr val="3EC2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1389888"/>
            <a:ext cx="4718304" cy="3182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only survivors (Survived == 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survivors = clean[clean['Survived'] == 1]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passengers who didn't survive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died = clean[clean['Survived'] == 0]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Female passengers only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women = clean[clean['Sex'] == 'female']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Preview first 5 results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survivors.head()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150876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df['col'] == value  creates a boolean mask (True/False per row)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df[mask] returns only rows where the condition is True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DataFrame is never modified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conditions with &amp; (and) or | (or)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77840" y="3840480"/>
            <a:ext cx="3200400" cy="91440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1500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Combined example: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15000" y="416052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df[(df['Pclass']==1) &amp;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(df['Sex']=='female')]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280160" cy="25603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Statistics &amp; Correlation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572000" cy="3566160"/>
          </a:xfrm>
          <a:prstGeom prst="rect">
            <a:avLst/>
          </a:prstGeom>
          <a:solidFill>
            <a:srgbClr val="0F2035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" y="1188720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" y="1188720"/>
            <a:ext cx="109728" cy="10972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88720"/>
            <a:ext cx="109728" cy="109728"/>
          </a:xfrm>
          <a:prstGeom prst="ellipse">
            <a:avLst/>
          </a:prstGeom>
          <a:solidFill>
            <a:srgbClr val="3EC28F"/>
          </a:solidFill>
          <a:ln w="12700">
            <a:solidFill>
              <a:srgbClr val="3EC2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1389888"/>
            <a:ext cx="4352544" cy="3182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Full stats summary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clean.describe()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Single column stats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clean['Age'].mean()    # average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clean['Age'].median()  # median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clean['Age’].mode()    # most repeated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Correlation matrix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clean.corr(numeric_only=True)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0" y="1097280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212080" y="1097280"/>
            <a:ext cx="64008" cy="105156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49240" y="11704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149961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· mean · std · min · 25% · 50% · 75% · max for all numeric columns at once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2286000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12080" y="2286000"/>
            <a:ext cx="64008" cy="105156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49240" y="23591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/ median / mode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68833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Single-column aggregate functions. Use on any numeric column.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12080" y="3474720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12080" y="3474720"/>
            <a:ext cx="64008" cy="105156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49240" y="35478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387705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matrix. Values range from -1 (inverse) to +1 (direct relationship).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12080" y="4526280"/>
            <a:ext cx="3566160" cy="347472"/>
          </a:xfrm>
          <a:prstGeom prst="rect">
            <a:avLst/>
          </a:prstGeom>
          <a:solidFill>
            <a:srgbClr val="0F2035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49240" y="454456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use numeric_only=True to avoid deprecation warnings in newer pandas.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280160" cy="25603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Reference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56616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A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Method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A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What it does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pd.read_csv('file.csv')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Load a CSV into a DataFrame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df.head(n) / df.tail(n)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First / last n rows (default 5)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df.info()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Column names, non-null counts, dtypes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df.to_string()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Print entire DataFrame as text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df.dropna()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Remove rows with any null — returns a copy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df.dropna(inplace=True)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Remove null rows directly in the original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df.fillna(value)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Replace all nulls with a specified value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df.describe()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Descriptive stats for all numeric columns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df['col'].mean() / .median()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Average / median of a single column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df.corr(numeric_only=True)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Pearson correlation matrix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df[df['col'] == val]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Filter rows matching a condition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df.shape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Tuple of (rows, columns) after cleaning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1A4A7A">
              <a:alpha val="40000"/>
            </a:srgbClr>
          </a:solidFill>
          <a:ln w="12700">
            <a:solidFill>
              <a:srgbClr val="1A4A7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0C4B4">
              <a:alpha val="20000"/>
            </a:srgbClr>
          </a:solidFill>
          <a:ln w="12700">
            <a:solidFill>
              <a:srgbClr val="00C4B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1A4A7A">
              <a:alpha val="70000"/>
            </a:srgbClr>
          </a:solidFill>
          <a:ln w="12700">
            <a:solidFill>
              <a:srgbClr val="1A4A7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explore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Titanic Data with Pandas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  |  </a:t>
            </a:r>
            <a:r>
              <a:rPr lang="en-US" sz="1300" dirty="0">
                <a:solidFill>
                  <a:srgbClr val="00C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→ inspect → clean → filter → analyse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· PANDAS CODE SUMMARY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879</Words>
  <Application>Microsoft Office PowerPoint</Application>
  <PresentationFormat>On-screen Show (16:9)</PresentationFormat>
  <Paragraphs>145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Titanic Pandas Code Summary</dc:title>
  <dc:subject>PptxGenJS Presentation</dc:subject>
  <dc:creator>PptxGenJS</dc:creator>
  <cp:lastModifiedBy>jana ahmed</cp:lastModifiedBy>
  <cp:revision>2</cp:revision>
  <dcterms:created xsi:type="dcterms:W3CDTF">2026-03-09T18:16:34Z</dcterms:created>
  <dcterms:modified xsi:type="dcterms:W3CDTF">2026-03-09T18:57:15Z</dcterms:modified>
</cp:coreProperties>
</file>